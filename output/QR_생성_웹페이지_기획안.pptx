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01f20e0d1454c" /><Relationship Type="http://schemas.openxmlformats.org/officeDocument/2006/relationships/extended-properties" Target="/docProps/app.xml" Id="Re519b40af7a84904" /><Relationship Type="http://schemas.openxmlformats.org/officeDocument/2006/relationships/officeDocument" Target="/ppt/presentation.xml" Id="R5557a57d6a78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6030f222d4d7f"/>
  </p:sldMasterIdLst>
  <p:notesMasterIdLst>
    <p:notesMasterId xmlns:r="http://schemas.openxmlformats.org/officeDocument/2006/relationships" r:id="Rff125eb550834fd8"/>
  </p:notesMasterIdLst>
  <p:sldIdLst>
    <p:sldId xmlns:r="http://schemas.openxmlformats.org/officeDocument/2006/relationships" id="256" r:id="Re699d2ce665245d4"/>
    <p:sldId xmlns:r="http://schemas.openxmlformats.org/officeDocument/2006/relationships" id="257" r:id="R404ce3fbe2ad40da"/>
    <p:sldId xmlns:r="http://schemas.openxmlformats.org/officeDocument/2006/relationships" id="258" r:id="R8a53c3ddc6ba4e66"/>
    <p:sldId xmlns:r="http://schemas.openxmlformats.org/officeDocument/2006/relationships" id="259" r:id="Rf7c095b794fe4f27"/>
    <p:sldId xmlns:r="http://schemas.openxmlformats.org/officeDocument/2006/relationships" id="260" r:id="Rdb607e49e4a54514"/>
    <p:sldId xmlns:r="http://schemas.openxmlformats.org/officeDocument/2006/relationships" id="261" r:id="Rb0384ef14e394377"/>
    <p:sldId xmlns:r="http://schemas.openxmlformats.org/officeDocument/2006/relationships" id="262" r:id="Recfa2fceb3e945b9"/>
    <p:sldId xmlns:r="http://schemas.openxmlformats.org/officeDocument/2006/relationships" id="263" r:id="R7289088eed03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357f8a5844df5" /><Relationship Type="http://schemas.openxmlformats.org/officeDocument/2006/relationships/slideMaster" Target="/ppt/slideMasters/slideMaster1.xml" Id="R8266030f222d4d7f" /><Relationship Type="http://schemas.openxmlformats.org/officeDocument/2006/relationships/notesMaster" Target="/ppt/notesMasters/notesMaster1.xml" Id="Rff125eb550834fd8" /><Relationship Type="http://schemas.openxmlformats.org/officeDocument/2006/relationships/presProps" Target="/ppt/presProps.xml" Id="R991d763cf56343e5" /><Relationship Type="http://schemas.openxmlformats.org/officeDocument/2006/relationships/tableStyles" Target="/ppt/tableStyles.xml" Id="Rdf5c709b57a247b0" /><Relationship Type="http://schemas.openxmlformats.org/officeDocument/2006/relationships/slide" Target="/ppt/slides/slide1.xml" Id="Re699d2ce665245d4" /><Relationship Type="http://schemas.openxmlformats.org/officeDocument/2006/relationships/slide" Target="/ppt/slides/slide2.xml" Id="R404ce3fbe2ad40da" /><Relationship Type="http://schemas.openxmlformats.org/officeDocument/2006/relationships/slide" Target="/ppt/slides/slide3.xml" Id="R8a53c3ddc6ba4e66" /><Relationship Type="http://schemas.openxmlformats.org/officeDocument/2006/relationships/slide" Target="/ppt/slides/slide4.xml" Id="Rf7c095b794fe4f27" /><Relationship Type="http://schemas.openxmlformats.org/officeDocument/2006/relationships/slide" Target="/ppt/slides/slide5.xml" Id="Rdb607e49e4a54514" /><Relationship Type="http://schemas.openxmlformats.org/officeDocument/2006/relationships/slide" Target="/ppt/slides/slide6.xml" Id="Rb0384ef14e394377" /><Relationship Type="http://schemas.openxmlformats.org/officeDocument/2006/relationships/slide" Target="/ppt/slides/slide7.xml" Id="Recfa2fceb3e945b9" /><Relationship Type="http://schemas.openxmlformats.org/officeDocument/2006/relationships/slide" Target="/ppt/slides/slide8.xml" Id="R7289088eed03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110c395c33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5e45639a74b95" /><Relationship Type="http://schemas.openxmlformats.org/officeDocument/2006/relationships/notesMaster" Target="/ppt/notesMasters/notesMaster1.xml" Id="R36cba49f702a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669b1b7fe048f3" /><Relationship Type="http://schemas.openxmlformats.org/officeDocument/2006/relationships/notesMaster" Target="/ppt/notesMasters/notesMaster1.xml" Id="R2b195980d226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bd47b53fb4f9b" /><Relationship Type="http://schemas.openxmlformats.org/officeDocument/2006/relationships/notesMaster" Target="/ppt/notesMasters/notesMaster1.xml" Id="Reed09e92b5384b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51d72105604440" /><Relationship Type="http://schemas.openxmlformats.org/officeDocument/2006/relationships/notesMaster" Target="/ppt/notesMasters/notesMaster1.xml" Id="R58a1656ccdfc4d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1483088ca94653" /><Relationship Type="http://schemas.openxmlformats.org/officeDocument/2006/relationships/notesMaster" Target="/ppt/notesMasters/notesMaster1.xml" Id="R225ea79ad5524c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f6331a8884445" /><Relationship Type="http://schemas.openxmlformats.org/officeDocument/2006/relationships/notesMaster" Target="/ppt/notesMasters/notesMaster1.xml" Id="Rbbec5987cb3a40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52e815a4f4273" /><Relationship Type="http://schemas.openxmlformats.org/officeDocument/2006/relationships/notesMaster" Target="/ppt/notesMasters/notesMaster1.xml" Id="R623aad3cd2ef47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785b4cd534430" /><Relationship Type="http://schemas.openxmlformats.org/officeDocument/2006/relationships/notesMaster" Target="/ppt/notesMasters/notesMaster1.xml" Id="Rc5c730746f6441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근거: 작업 폴더의 설계안.md. 표지 그림은 개념을 나타내는 추상 이미지이며 실제 QR 또는 화면 시안이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목표와 범위.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유형별 입력과 QR 내용. 메일 QR은 mailto URI를 사용하며 메일을 자동 발송하지 않습니다. RFC 6068: https://www.rfc-editor.org/info/rfc6068/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화면과 사용 흐름 및 오류와 접근성.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유형별 입력과 QR 내용. Wi-Fi 형식: https://github.com/zxing/zxing/wiki/Barcode-Contents . vCard 3.0: https://www.rfc-editor.org/info/rfc2426/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QR 출력과 다운로드 및 내부 구성과 데이터 흐름. QR 여백: DENSO WAVE https://www.qrcode.com/en/howto/code.html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화면과 사용 흐름 및 오류와 접근성. 실제 화면 시안은 이 자료에 포함하지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설계안.md, 확인 기준 및 범위. Wi-Fi 특수문자와 연락처 성·이름 구성도 스캔 결과로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ee9a40c254d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48dcf119147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1e347d55143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8e8c2602d4a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686bdb04848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9c7d6f21749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3BAD2E-11F6-47D7-89EB-06BF8F4593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012A98-2512-49D1-84C9-9FDE14B089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EA5BA7-DF4C-49AD-9226-A48E17314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DC7BA-EDDD-4122-8F21-CB901C3971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07295D-27AC-41F7-A492-6FF8FC845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9269A8-B4F2-4305-91A7-48C3CF93F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385EC3-978D-4BDD-A4DF-474D5044C9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7D1D31-051D-4D65-8DD8-8E9ACBB7A9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884E18-A99D-461D-9AFC-A225B93A6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6FA709-E6EB-458E-A9CE-7FF261CCD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6c680d88e4859" /><Relationship Type="http://schemas.openxmlformats.org/officeDocument/2006/relationships/slideLayout" Target="/ppt/slideLayouts/slideLayout1.xml" Id="R31f9f13987f944c0" /><Relationship Type="http://schemas.openxmlformats.org/officeDocument/2006/relationships/slideLayout" Target="/ppt/slideLayouts/slideLayout2.xml" Id="R5e626c3e7fa64f77" /><Relationship Type="http://schemas.openxmlformats.org/officeDocument/2006/relationships/slideLayout" Target="/ppt/slideLayouts/slideLayout3.xml" Id="Rd3b2f423e1c845e9" /><Relationship Type="http://schemas.openxmlformats.org/officeDocument/2006/relationships/slideLayout" Target="/ppt/slideLayouts/slideLayout4.xml" Id="Rcf036916759a4448" /><Relationship Type="http://schemas.openxmlformats.org/officeDocument/2006/relationships/slideLayout" Target="/ppt/slideLayouts/slideLayout5.xml" Id="R229181569f324b34" /><Relationship Type="http://schemas.openxmlformats.org/officeDocument/2006/relationships/slideLayout" Target="/ppt/slideLayouts/slideLayout6.xml" Id="Rab95bd8cc4dc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9f13987f944c0"/>
    <p:sldLayoutId xmlns:r="http://schemas.openxmlformats.org/officeDocument/2006/relationships" id="2147483650" r:id="R5e626c3e7fa64f77"/>
    <p:sldLayoutId xmlns:r="http://schemas.openxmlformats.org/officeDocument/2006/relationships" id="2147483651" r:id="Rd3b2f423e1c845e9"/>
    <p:sldLayoutId xmlns:r="http://schemas.openxmlformats.org/officeDocument/2006/relationships" id="2147483652" r:id="Rcf036916759a4448"/>
    <p:sldLayoutId xmlns:r="http://schemas.openxmlformats.org/officeDocument/2006/relationships" id="2147483653" r:id="R229181569f324b34"/>
    <p:sldLayoutId xmlns:r="http://schemas.openxmlformats.org/officeDocument/2006/relationships" id="2147483654" r:id="Rab95bd8cc4dc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738abc02d4036" /><Relationship Type="http://schemas.openxmlformats.org/officeDocument/2006/relationships/image" Target="/ppt/media/image.png" Id="R97efc3b1b1c44083" /><Relationship Type="http://schemas.openxmlformats.org/officeDocument/2006/relationships/notesSlide" Target="/ppt/notesSlides/notesSlide1.xml" Id="R0b1ea73da15d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b1243c4f04d13" /><Relationship Type="http://schemas.openxmlformats.org/officeDocument/2006/relationships/notesSlide" Target="/ppt/notesSlides/notesSlide2.xml" Id="Rcb0ffc1f9102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fe36284cd4158" /><Relationship Type="http://schemas.openxmlformats.org/officeDocument/2006/relationships/notesSlide" Target="/ppt/notesSlides/notesSlide3.xml" Id="R0b9537b408b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4f9222bbe4934" /><Relationship Type="http://schemas.openxmlformats.org/officeDocument/2006/relationships/notesSlide" Target="/ppt/notesSlides/notesSlide4.xml" Id="R39d527e75cbb47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cb4670cd24fee" /><Relationship Type="http://schemas.openxmlformats.org/officeDocument/2006/relationships/notesSlide" Target="/ppt/notesSlides/notesSlide5.xml" Id="R5503e6c2dc83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d4a3011904ad9" /><Relationship Type="http://schemas.openxmlformats.org/officeDocument/2006/relationships/notesSlide" Target="/ppt/notesSlides/notesSlide6.xml" Id="R69912bcce274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bfda95c8e4574" /><Relationship Type="http://schemas.openxmlformats.org/officeDocument/2006/relationships/notesSlide" Target="/ppt/notesSlides/notesSlide7.xml" Id="Re2c8ef9bb1b741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13f8a739c4e59" /><Relationship Type="http://schemas.openxmlformats.org/officeDocument/2006/relationships/notesSlide" Target="/ppt/notesSlides/notesSlide8.xml" Id="R049901183d2a41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AA7F7-8620-4195-8953-EDAB4B927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fc3b1b1c440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19F7D-E9BE-4B96-819B-8646A18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기획안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9D89-61B1-4FB4-8796-DC1D0A41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43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범용 QR 생성</a:t>
            </a:r>
          </a:p>
          <a:p xmlns:a="http://schemas.openxmlformats.org/drawingml/2006/main">
            <a:pPr algn="l">
              <a:defRPr sz="43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웹페이지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D76E9-7D4B-415D-A29B-696A48A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다섯 가지 정보를 한 화면에서 QR로 만들고</a:t>
            </a:r>
          </a:p>
          <a:p xmlns:a="http://schemas.openxmlformats.org/drawingml/2006/main">
            <a:pPr algn="l">
              <a:def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PNG 또는 SVG로 내려받는 도구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6DCE2-A5F2-4F9B-8BDF-87A32D4F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2026. 10.</a:t>
            </a:r>
          </a:p>
        </p:txBody>
      </p:sp>
    </p:spTree>
    <p:extLst>
      <p:ext uri="{BB962C8B-B14F-4D97-AF65-F5344CB8AC3E}">
        <p14:creationId xmlns:p14="http://schemas.microsoft.com/office/powerpoint/2010/main" val="909053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E6F9-1B29-4B32-BCEF-86C6B854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제품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23EB1-A681-4DF7-BC90-231D04E8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DA4B7-2EEB-42FC-8BD3-78AC88C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사용자가 정보를 입력하고 바로 고정형 QR을 내려받는다.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413A9-4A44-49F3-8285-032A025D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대상 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86D4A-C973-4DFC-B2A8-E91B1587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URL · Wi-Fi · 연락처</a:t>
            </a:r>
          </a:p>
          <a:p xmlns:a="http://schemas.openxmlformats.org/drawingml/2006/main">
            <a: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일반 텍스트 · 이메일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000A0-9DF8-4F34-BB8E-AC846245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완료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4F1D5-DFD0-4316-87C9-EC1B2FE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미리보기 확인 후</a:t>
            </a:r>
          </a:p>
          <a:p xmlns:a="http://schemas.openxmlformats.org/drawingml/2006/main">
            <a:pPr algn="l">
              <a:def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PNG 또는 SVG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03E95-CC93-498E-90AD-AEB0D9E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계정, 서버 저장, 리디렉션 서비스 없이 브라우저에서 처리한다.</a:t>
            </a:r>
          </a:p>
        </p:txBody>
      </p:sp>
    </p:spTree>
    <p:extLst>
      <p:ext uri="{BB962C8B-B14F-4D97-AF65-F5344CB8AC3E}">
        <p14:creationId xmlns:p14="http://schemas.microsoft.com/office/powerpoint/2010/main" val="964180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F66A2-8B97-4615-BD8E-51E3B48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다섯 가지 입력 유형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3A627-9D0A-4CBA-AC25-CD2092F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469E-A178-4E6A-B978-73AA1980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유형을 고르면 필요한 항목만 나타나고, 입력값을 해당 QR 형식으로 바꾼다.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A5AB-B98E-4ED5-A93E-1BD85982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570A8-46D2-47FD-8703-15CC4851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814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http:// 또는 https:// 주소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9E839-798C-4D43-9AA7-29C2947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Wi-Fi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34B06-1E70-44AD-868C-3EF558E9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81325"/>
            <a:ext cx="814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네트워크 이름, 보안 방식, 필요한 경우 비밀번호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42FAC-306B-4133-AAA4-B1E85F9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연락처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A236A-E2A9-4E1E-8CA5-3C97F32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71900"/>
            <a:ext cx="814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성·이름과 선택 연락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B9243-7399-4B73-A642-CEAE3D5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일반 텍스트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98889-0A97-473D-BC73-8A09B810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62475"/>
            <a:ext cx="814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입력한 UTF-8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533F4-EC5C-4085-B8A2-6376F61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이메일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98F1-079E-4970-AA92-E1B7AEA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53050"/>
            <a:ext cx="814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받는 주소와 선택 제목·본문</a:t>
            </a:r>
          </a:p>
        </p:txBody>
      </p:sp>
    </p:spTree>
    <p:extLst>
      <p:ext uri="{BB962C8B-B14F-4D97-AF65-F5344CB8AC3E}">
        <p14:creationId xmlns:p14="http://schemas.microsoft.com/office/powerpoint/2010/main" val="1508165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79BE0-D851-4AED-8A56-0D90FF9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사용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B3800-4C25-49B0-951B-E21FE0A1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FB53A-0877-4331-A367-93FCA19C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유효한 입력은 즉시 미리보기에 반영한다.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E23B5-E11D-466C-A112-F046A9F6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1F2E7-01DF-47E8-A74A-53B73C0A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32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유형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EAF6C-5495-4365-AB46-2978194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93D43-7F3A-479C-B407-A0AE5D1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232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필수 항목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BE598-0230-47E7-BC7D-9F558D6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30BEB-1548-407E-A034-C8E20621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32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QR 미리보기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4B962-AAFB-4DCC-93B6-E9365BA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2887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E280-843F-4D27-BC8F-9D24F8B6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2324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PNG·SVG 다운로드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E78EC-517C-42F6-8F17-3CCBD7C8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입력이 잘못되면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2B347-1845-4058-8E80-88F140D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8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이전 QR을 숨기고 관련 항목에 오류를 표시한다. 다운로드는 비활성화한다.</a:t>
            </a:r>
          </a:p>
        </p:txBody>
      </p:sp>
    </p:spTree>
    <p:extLst>
      <p:ext uri="{BB962C8B-B14F-4D97-AF65-F5344CB8AC3E}">
        <p14:creationId xmlns:p14="http://schemas.microsoft.com/office/powerpoint/2010/main" val="1437550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BBF95-74F7-41AB-A7DB-0E2668F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Wi-Fi와 연락처 형식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BD2D8-228D-4F0F-9888-FBF1E91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12E4B-E2DC-4700-9633-400FFFA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사용자가 입력한 값은 유지하고, QR을 만들 때 필요한 문자만 처리한다.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19459-DDC1-4CE8-BA71-933B45B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Wi-Fi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B71AC-4E98-42AD-9815-B4957B5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9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비밀번호 사용 / 공개 네트워크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EACC5-7CB4-4512-A366-7EEE34A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SSID와 비밀번호의 특수문자를 자동 처리한다. 공개 네트워크에는 비밀번호를 담지 않는다. 입력창의 비밀번호는 기본으로 가린다.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C0AA3-A799-401E-B964-18BAC7E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33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연락처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76C6E-1CBB-4BA5-8D12-4DD5844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1462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02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성 · 이름을 별도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B522-B436-4FE1-A6B5-866EC65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14725"/>
            <a:ext cx="4905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둘 중 하나만 입력해도 된다. vCard 3.0의 N과 FN에 맞게 저장하고, 전화·이메일·회사·웹사이트는 선택 입력한다.</a:t>
            </a:r>
          </a:p>
        </p:txBody>
      </p:sp>
    </p:spTree>
    <p:extLst>
      <p:ext uri="{BB962C8B-B14F-4D97-AF65-F5344CB8AC3E}">
        <p14:creationId xmlns:p14="http://schemas.microsoft.com/office/powerpoint/2010/main" val="823927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78FEC-7B4B-42CC-8ECE-9F6D38C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출력 품질과 개인정보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347D-AAE2-4308-998F-8C6E9C3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E91B7-E257-4FFD-8B57-80D9C12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미리보기와 다운로드 파일은 같은 내용을 담는다.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5A439-4602-4EB1-8411-8DC3E1B2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1024 × 1024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BC92E-94BF-4223-8D49-BD30496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PNG 크기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9D89-1CDF-48E9-A8FD-8A1036F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4모듈 이상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D23AC-A804-4D1C-BD30-C554296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QR 사방의 흰 여백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BE8A1-C242-4DFD-A9D3-E0C280E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17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SVG도 함께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16684-A54D-4523-B1AB-A9E1042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입력 내용과 Wi-Fi 비밀번호는 서버나 로컬 저장소에 기록하지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34111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631E1-24A5-4F7D-9826-2121A47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화면과 접근성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3D12E-AE41-419A-A07E-23941A5F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AF26C-92A5-46E6-A30F-DF0959B7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화면 시안은 별도 작업으로 남겨 두고, 아래 원칙만 확정한다.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8A8CB-504D-4991-B3D0-2586891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데스크톱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3F162-485C-4F81-8DD0-01D70DE6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814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왼쪽 입력, 오른쪽 미리보기와 다운로드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AA11A-017D-465A-80FF-EB8B1B5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모바일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F6BDF-1B02-44D8-A7D6-FD46B579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09925"/>
            <a:ext cx="814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같은 순서로 세로 배치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593FD-1F09-4A90-9D88-86EB6E0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키보드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497AB-F0F4-4E62-A99C-48FACFA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86225"/>
            <a:ext cx="814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유형 선택, 입력, 다운로드를 모두 조작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2770B-8DE5-497F-8E70-1028B78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오류 안내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0CAAE-E483-40E9-8BF6-6094F5E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62525"/>
            <a:ext cx="814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관련 입력 옆에 이유를 표시하고 보조 기술과 연결</a:t>
            </a:r>
          </a:p>
        </p:txBody>
      </p:sp>
    </p:spTree>
    <p:extLst>
      <p:ext uri="{BB962C8B-B14F-4D97-AF65-F5344CB8AC3E}">
        <p14:creationId xmlns:p14="http://schemas.microsoft.com/office/powerpoint/2010/main" val="1446182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3EBC-9616-4757-A13F-1B18B19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E99B5-6EE5-4265-B059-D892ABC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7CA8-89B8-4553-A4B8-A0C70EF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코드가 생성되는 것뿐 아니라 내려받은 파일과 실제 스캔 결과까지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AA14A-3B21-4D7E-A71D-585948C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내용 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3D273-A040-467F-8B45-313FB92A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다섯 유형 모두 스캔 후 페이로드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D8674-CF34-43CF-99BA-41705B7F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오류 차단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C639E-F9A4-485F-99A3-4489FEB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9425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잘못된 입력에서 다운로드 불가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DEE98-8BD0-4414-B86B-73CED4F2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파일 품질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B5811-2B68-41C6-B2A6-3876EF4F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PNG·SVG의 동일 내용과 흰 여백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0D9DE-4A85-4657-A606-BA97BB1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5CD3"/>
                </a:solidFill>
                <a:latin typeface="Noto Sans KR"/>
                <a:ea typeface="Noto Sans KR"/>
                <a:cs typeface="Noto Sans KR"/>
              </a:rPr>
              <a:t>기기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B27D2-DAFB-42B0-933D-C4D7F876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52975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253C"/>
                </a:solidFill>
                <a:latin typeface="Noto Sans KR"/>
                <a:ea typeface="Noto Sans KR"/>
                <a:cs typeface="Noto Sans KR"/>
              </a:rPr>
              <a:t>모바일·데스크톱 작업, Android·iOS 스캔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EBE22-7D97-4044-8FDE-8C5217A7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3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3637A"/>
                </a:solidFill>
                <a:latin typeface="Noto Sans KR"/>
                <a:ea typeface="Noto Sans KR"/>
                <a:cs typeface="Noto Sans KR"/>
              </a:rPr>
              <a:t>이번 범위 제외: 로고·색상 변경, 이력, 계정, 동적 QR, 대량 생성</a:t>
            </a:r>
          </a:p>
        </p:txBody>
      </p:sp>
    </p:spTree>
    <p:extLst>
      <p:ext uri="{BB962C8B-B14F-4D97-AF65-F5344CB8AC3E}">
        <p14:creationId xmlns:p14="http://schemas.microsoft.com/office/powerpoint/2010/main" val="1213496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2026-10-09T15:06:12.5560000Z</dcterms:created>
  <dcterms:modified xsi:type="dcterms:W3CDTF">2026-10-09T15:06:12.5560000Z</dcterms:modified>
</coreProperties>
</file>